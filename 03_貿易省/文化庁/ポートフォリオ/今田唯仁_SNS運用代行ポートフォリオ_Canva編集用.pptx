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6483096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40" kern="0" dirty="0">
                <a:solidFill>
                  <a:srgbClr val="7C8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IMADA TADAHITO  |  SNS BRAND DIRECTION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921240" y="645566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C8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Pound the Rock Design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7790688" y="731520"/>
            <a:ext cx="3840480" cy="3840480"/>
          </a:xfrm>
          <a:prstGeom prst="arc">
            <a:avLst/>
          </a:prstGeom>
          <a:solidFill>
            <a:srgbClr val="42AFC0">
              <a:alpha val="0"/>
            </a:srgbClr>
          </a:solidFill>
          <a:ln w="25400">
            <a:solidFill>
              <a:srgbClr val="DDE3E2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658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 MANAGEMENT PORTFOLIO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508760"/>
            <a:ext cx="7178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想いを、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届き続けるブランドへ。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9136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SNSブランド運用ディレクター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3708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今田 唯仁  /  Imada Tadahito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5010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10" kern="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設計力 × 編集力 × 伴走力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643616" y="62453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ブランドの「伝わる仕組み」を、SNSに。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見た目だけで終わらせず、目的・対象・言葉・運用まで一貫して設計します。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WHO I 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3310128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13232" y="35844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プロフィール・強み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6499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HOW I 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47872" y="3310128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3547872" y="35844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SNS運用の設計と進め方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82512" y="3310128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6382512" y="35844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制作・ブランド支援事例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3427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1715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17152" y="3310128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9217152" y="35844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ご依頼方法・連絡先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064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25年以上のデザイン・編集経験を、SNSの継続運用へ。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PROFILE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今田 唯仁  |  SNSブランド運用ディレクター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907792" cy="2907792"/>
          </a:xfrm>
          <a:prstGeom prst="roundRect">
            <a:avLst>
              <a:gd name="adj" fmla="val 2516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pic>
        <p:nvPicPr>
          <p:cNvPr id="6" name="Image 0" descr="/Users/imadatadahito/Downloads/IMG_99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865376"/>
            <a:ext cx="283464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" y="5047488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507492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Pound the Rock Design</a:t>
            </a:r>
            <a:endParaRPr lang="en-US" sz="87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56232"/>
            <a:ext cx="7260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グラフィックデザイン・編集・ブランド設計に25年以上携わってきました。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企業や地域、スポーツクラブが持つ「らしさ」を言葉とビジュアルに整理し、SNSで継続的に伝わる形へ落とし込みます。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05072" y="34015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5358384" y="33832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元地域情報誌 編集長／アートディレクション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005072" y="3758184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4005072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SPECIALTY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358384" y="39136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ブランド設計・編集・SNSコンテンツ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005072" y="4288536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4005072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COACHING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5358384" y="44439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JFA B級／メンタルコーチ資格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005072" y="4818888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4005072" y="4992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TOOLS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5358384" y="49743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Adobe CC / ChatGPT / Claude / Gemini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4005072" y="5349240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4023360" y="56967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「葦なる刃は、静かに尖れる。」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STRENGTHS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3つの力で、運用が続く土台をつくる。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設計力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98648"/>
            <a:ext cx="3182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目的・顧客・競合・導線を整理し、発信の軸と優先順位を明確にします。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編集力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898648"/>
            <a:ext cx="3182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伝えたい情報を、相手が読みたくなる言葉・順序・ビジュアルに再構成します。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伴走力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898648"/>
            <a:ext cx="3182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制作して終わりではなく、反応を見ながら改善。チームが続けられる運用を支えます。</a:t>
            </a:r>
            <a:endParaRPr lang="en-US" sz="94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815584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  ×  EDITORIAL  ×  COACHING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経験を、SNS運用の判断力に変える。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90195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1122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25+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770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YEARS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デザイン・編集・ブランド支援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90195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21122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10×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770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127248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編集長として刷新後、年間売上が前年比約10倍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190195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5048" y="21122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770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FIELDS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3127248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スポーツ・地域・美容・ブランド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3251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媒体をつくる視点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73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企画・取材・編集・デザインを横断し、情報を一つの体験にまとめる。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43251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ブランドを育てる視点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4773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単発の投稿ではなく、積み重ねで信頼が育つ世界観と運用ルールをつくる。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3251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人を動かす視点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コーチ経験を活かし、依頼者・チーム・顧客の目線をつなぎながら前進させる。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SERVICES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SNS運用を、戦略から制作・改善まで。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必要な範囲だけの部分支援にも対応します。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901952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848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057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戦略設計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58775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目的設定／競合・顧客整理／媒体選定／KPI設計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901952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0848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2057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企画・編集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22008" y="258775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投稿テーマ／企画カレンダー／コピー・構成／導線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803904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9867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959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クリエイティブ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489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投稿画像／カルーセル／ショート動画／テンプレート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3803904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9867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922008" y="3959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運用・改善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22008" y="4489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投稿管理／数値確認／月次レポート／改善提案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16736" y="58795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89888" y="59070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953512" y="587959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26664" y="590702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 / LP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4471416" y="58795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4568" y="59070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Brand / VI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108192" y="5879592"/>
            <a:ext cx="102412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1344" y="590702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Print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351776" y="5879592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24928" y="59070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workflow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052560" y="5879592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25712" y="59070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Short video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PROCESS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感覚に頼らず、5段階で運用する。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85216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749808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現状・競合・顧客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96896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2928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3017520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ペルソナ・課題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523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CONCEPT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85232" y="3236976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5285232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言葉・世界観・導線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88352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CREATE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2944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7552944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企画・制作・投稿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400032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56064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20656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820656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IMPROVE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20656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9820656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計測・振り返り・改善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160520" y="561441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毎月の改善サイクルへ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FRAMEWORK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「投稿」ではなく、「伝わり続ける流れ」を設計。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1572768" cy="1572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WHY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322576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962656" y="2057400"/>
            <a:ext cx="1572768" cy="1572768"/>
          </a:xfrm>
          <a:prstGeom prst="ellipse">
            <a:avLst/>
          </a:prstGeom>
          <a:solidFill>
            <a:srgbClr val="DDE3E2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言語化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54096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MESSAGE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4535424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75504" y="2057400"/>
            <a:ext cx="1572768" cy="1572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IDENTITY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748272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388352" y="2057400"/>
            <a:ext cx="1572768" cy="1572768"/>
          </a:xfrm>
          <a:prstGeom prst="ellipse">
            <a:avLst/>
          </a:prstGeom>
          <a:solidFill>
            <a:srgbClr val="DDE3E2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9792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コンテンツ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961120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601200" y="2057400"/>
            <a:ext cx="1572768" cy="1572768"/>
          </a:xfrm>
          <a:prstGeom prst="ellipse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継続運用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OPERATION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43000" y="4251960"/>
            <a:ext cx="9902952" cy="1143000"/>
          </a:xfrm>
          <a:prstGeom prst="roundRect">
            <a:avLst>
              <a:gd name="adj" fmla="val 640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4526280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ブランドの核を守りながら、媒体と顧客に合わせて表現を変える。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566928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一貫性と変化の両方が、長く選ばれるSNSをつくります。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01 / SPORTS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スポーツクラブ｜らしさが伝わる、チームの顔づくり。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ロゴ・エンブレムからSNSビジュアルまで、一貫したトーンを設計。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56232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Volumes/HDPH-macOS拡張/フレスト筑紫/ロゴ-エンブレム/フレスト2021エンブレム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965960"/>
            <a:ext cx="1655064" cy="16550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66160" y="1856232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Volumes/HDPH-macOS拡張/レックス筑紫/ロゴ/recfc-エンブレム2023フルカラー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965960"/>
            <a:ext cx="1655064" cy="16550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65392" y="1856232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11" name="Image 2" descr="/Volumes/HDPH-macOS拡張/レックス筑紫/SNS/facebook/rexfc-insta0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308" y="1892808"/>
            <a:ext cx="1801368" cy="18013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3504" y="4133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13" name="Text 8"/>
          <p:cNvSpPr txBox="1"/>
          <p:nvPr/>
        </p:nvSpPr>
        <p:spPr>
          <a:xfrm>
            <a:off x="1389888" y="4096512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ブランド設計／VI・ロゴ／SNSビジュアル／告知・募集クリエイティブ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3504" y="4617720"/>
            <a:ext cx="10927080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5" name="Text 10"/>
          <p:cNvSpPr txBox="1"/>
          <p:nvPr/>
        </p:nvSpPr>
        <p:spPr>
          <a:xfrm>
            <a:off x="603504" y="49194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運用への接続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615184" y="49103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チームの理念と対象年代を整理し、投稿・募集・試合情報で表現がぶれない共通言語と見た目を整えます。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3504" y="585216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76656" y="587959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SPORTS BRANDING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2688336" y="58521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761488" y="587959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 VISUAL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4407408" y="58521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480560" y="587959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COMMUNITY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02 / BEAUTY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美容・地域店舗｜情報量を整理し、行動につなげる。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キャンペーン情報を読みやすく編集し、店舗らしい安心感をビジュアル化。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3504" y="1801368"/>
            <a:ext cx="4617720" cy="4151376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arsoa_well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189" y="1911096"/>
            <a:ext cx="2780349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1856232"/>
            <a:ext cx="5623560" cy="1115568"/>
          </a:xfrm>
          <a:prstGeom prst="roundRect">
            <a:avLst>
              <a:gd name="adj" fmla="val 655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33872" y="2057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課題の捉え方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71232" y="20299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伝える情報が多いほど、優先順位と導線が重要。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182112"/>
            <a:ext cx="5623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33872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編集・デザイン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71232" y="33558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季節感、写真、見出し、申込情報を一つの流れに。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4507992"/>
            <a:ext cx="5623560" cy="1115568"/>
          </a:xfrm>
          <a:prstGeom prst="roundRect">
            <a:avLst>
              <a:gd name="adj" fmla="val 6557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33872" y="4709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SNSへの展開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571232" y="4681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紙面の企画を投稿・ストーリーズへ再編集可能。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03 / REGIONAL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地域商品｜物語から、選ばれるブランドをつくる。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ネーミング・ロゴ・パッケージ・販促まで、地域の背景を一つの物語に。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" y="1810512"/>
            <a:ext cx="548640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Volumes/HDPH-macOS拡張/結ぶレモン宮若/むすぶレモン最終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964" y="1920240"/>
            <a:ext cx="4762904" cy="33649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810512"/>
            <a:ext cx="530352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Volumes/HDPH-macOS拡張/里山レモンドレッシング/レモンドレ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77" y="1920240"/>
            <a:ext cx="4723085" cy="33649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623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結ぶレモン宮若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596896" y="5605272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ロゴ／ステッカー／リボン／ブランドストーリー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5623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里山レモンドレッシング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732520" y="560527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商品設計／パッケージ／販促ビジュアル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04 / BRAND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ブランド・Web｜価値観を、接点ごとに翻訳する。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VI、Web、投稿。媒体が変わっても、同じブランドに感じられる設計。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349240" cy="3328416"/>
          </a:xfrm>
          <a:prstGeom prst="roundRect">
            <a:avLst>
              <a:gd name="adj" fmla="val 2198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7" name="Image 0" descr="/Volumes/HDPH-macOS拡張/Freien/公式サイト/freien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838978"/>
            <a:ext cx="5129784" cy="13446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1847088"/>
            <a:ext cx="3319272" cy="3328416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Volumes/HDPH-macOS拡張/Freien/公式サイト/投稿/freien-training1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638090"/>
            <a:ext cx="3246120" cy="174641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765792" y="1847088"/>
            <a:ext cx="1792224" cy="3328416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/Users/imadatadahito/Desktop/ai-imadaruma/04_貿易省/文化庁/portfolio/assets/brand_colo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954909"/>
            <a:ext cx="1572768" cy="11127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1792" y="54406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Freien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673352" y="54315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ブランドアイデンティティ／Webビジュアル／投稿コンテンツ</a:t>
            </a:r>
            <a:endParaRPr lang="en-US" sz="980" dirty="0"/>
          </a:p>
        </p:txBody>
      </p:sp>
      <p:sp>
        <p:nvSpPr>
          <p:cNvPr id="14" name="Shape 9"/>
          <p:cNvSpPr/>
          <p:nvPr/>
        </p:nvSpPr>
        <p:spPr>
          <a:xfrm>
            <a:off x="7909560" y="543153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982712" y="545896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IDENTITY</a:t>
            </a:r>
            <a:endParaRPr lang="en-US" sz="870" dirty="0"/>
          </a:p>
        </p:txBody>
      </p:sp>
      <p:sp>
        <p:nvSpPr>
          <p:cNvPr id="16" name="Shape 11"/>
          <p:cNvSpPr/>
          <p:nvPr/>
        </p:nvSpPr>
        <p:spPr>
          <a:xfrm>
            <a:off x="9326880" y="5431536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400032" y="54589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</a:t>
            </a:r>
            <a:endParaRPr lang="en-US" sz="870" dirty="0"/>
          </a:p>
        </p:txBody>
      </p:sp>
      <p:sp>
        <p:nvSpPr>
          <p:cNvPr id="18" name="Shape 13"/>
          <p:cNvSpPr/>
          <p:nvPr/>
        </p:nvSpPr>
        <p:spPr>
          <a:xfrm>
            <a:off x="10369296" y="5431536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442448" y="545896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 SYSTEM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制作を速くするだけでなく、判断を揃える。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人の編集判断とAIの補助を組み合わせ、品質と継続性を両立します。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企画の種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顧客の悩み／季節／現場の声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52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構成・コピー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フック／本文／CTA／ハッシュタグ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38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ブランドテンプレート／写真／図解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24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展開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投稿／カルーセル／リール／Web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10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反応の記録／仮説更新／次月改善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5840" y="4892040"/>
            <a:ext cx="10186416" cy="822960"/>
          </a:xfrm>
          <a:prstGeom prst="roundRect">
            <a:avLst>
              <a:gd name="adj" fmla="val 8889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25880" y="5129784"/>
            <a:ext cx="9546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Adobe Creative Cloud  ＋  ChatGPT  /  Claude  /  Gemini  /  Cursor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057400" y="59161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AIは調査・草案・整理を補助。最終判断と表現設計は人が行います。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COLLABORATION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「任せる」と「一緒につくる」の間を、柔軟に。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03504" y="1920240"/>
            <a:ext cx="346557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396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SPOT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61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単発制作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3310128"/>
            <a:ext cx="530352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804672" y="3639312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投稿テンプレート、キャンペーン、プロフィール改善など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98264" y="1920240"/>
            <a:ext cx="3465576" cy="3246120"/>
          </a:xfrm>
          <a:prstGeom prst="roundRect">
            <a:avLst>
              <a:gd name="adj" fmla="val 225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1396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PARTIAL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761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部分代行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99432" y="3310128"/>
            <a:ext cx="530352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4599432" y="3639312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企画のみ／制作のみ／投稿管理など、必要な工程を担当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93024" y="1920240"/>
            <a:ext cx="3465576" cy="3246120"/>
          </a:xfrm>
          <a:prstGeom prst="roundRect">
            <a:avLst>
              <a:gd name="adj" fmla="val 2254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21396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FULL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761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一貫支援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94192" y="3310128"/>
            <a:ext cx="53035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8394192" y="3639312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設計・企画・制作・運用・改善まで、窓口を一本化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56052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ヒアリング後、目的・期間・社内体制に合わせて支援範囲をご提案します。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REQUEST FLOW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ご相談から開始まで。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まずは現状と「こうなりたい」をお聞かせください。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43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52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お問い合わせ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02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429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88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715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148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ご提案・お見積り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74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001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0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ご契約・準備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60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287000" y="2048256"/>
            <a:ext cx="841248" cy="841248"/>
          </a:xfrm>
          <a:prstGeom prst="ellipse">
            <a:avLst/>
          </a:prstGeom>
          <a:solidFill>
            <a:srgbClr val="42AFC0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96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720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運用開始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60704" y="4279392"/>
            <a:ext cx="10058400" cy="1060704"/>
          </a:xfrm>
          <a:prstGeom prst="roundRect">
            <a:avLst>
              <a:gd name="adj" fmla="val 689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89888" y="4489704"/>
            <a:ext cx="9400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料金：ご支援範囲・投稿本数・制作内容に応じてお見積り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937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副業サイト上のメッセージからでも、お気軽にご相談ください。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676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98448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ブランドの魅力が、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きちんと届くSNSへ。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29535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まずは、現在のお悩みをお聞かせください。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3822192"/>
            <a:ext cx="6510528" cy="1490472"/>
          </a:xfrm>
          <a:prstGeom prst="roundRect">
            <a:avLst>
              <a:gd name="adj" fmla="val 4908"/>
            </a:avLst>
          </a:prstGeom>
          <a:solidFill>
            <a:srgbClr val="2A3031"/>
          </a:solidFill>
          <a:ln w="8890">
            <a:solidFill>
              <a:srgbClr val="2A303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40416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今田 唯仁  /  Imada Tadahito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453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SNSブランド運用ディレクター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18704" y="1298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MAIL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7918704" y="16184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imadaruma965@gmail.com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18704" y="2331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7918704" y="26517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https://imadaruma.jp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18704" y="33649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7918704" y="3685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@imada_tadahito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18704" y="464515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※掲載する連絡先・SNSは、Canva上で用途に合わせて削除・差し替えできます。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6108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Pound the Rock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今田唯仁｜SNSブランド運用ディレクター</dc:title>
  <dc:subject>SNS運用代行ポートフォリオ</dc:subject>
  <dc:creator>今田唯仁</dc:creator>
  <cp:lastModifiedBy>今田唯仁</cp:lastModifiedBy>
  <cp:revision>1</cp:revision>
  <dcterms:created xsi:type="dcterms:W3CDTF">2026-08-17T02:43:36Z</dcterms:created>
  <dcterms:modified xsi:type="dcterms:W3CDTF">2026-08-17T02:43:36Z</dcterms:modified>
</cp:coreProperties>
</file>